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4CFF39-2BCD-66F9-D2A1-35CDC06D1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9AEAC0-1EDB-71C4-F3FC-4A755B749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A1BC44-1633-0722-D62B-C5ED6ED68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48F1-FCDC-43B2-A0A1-C764EA8056FE}" type="datetimeFigureOut">
              <a:rPr lang="es-PE" smtClean="0"/>
              <a:t>1/05/2026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935251-0110-7F51-11B3-BE80EDD54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E045E2-3C25-85AD-0ADA-33FCEE24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00AE-0ECF-4EDB-80DC-5BA0755C3D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745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DE63E7-A762-AED5-91F9-8E23C4CB9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07FB0F-2E93-4D5E-CC7A-69995106E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D35F34-2A1C-1734-D7F9-B822E32BB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48F1-FCDC-43B2-A0A1-C764EA8056FE}" type="datetimeFigureOut">
              <a:rPr lang="es-PE" smtClean="0"/>
              <a:t>1/05/2026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0E763D-AC06-444A-AC49-589C2292E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2E08CA-48EE-E237-0F73-E8915624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00AE-0ECF-4EDB-80DC-5BA0755C3D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23267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F00C4-A79B-D670-F7A5-0840B481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B37BC7-B20B-6D4F-36DA-AE415D49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5A9E97-7D61-8377-CA48-4B7A90B4E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48F1-FCDC-43B2-A0A1-C764EA8056FE}" type="datetimeFigureOut">
              <a:rPr lang="es-PE" smtClean="0"/>
              <a:t>1/05/2026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626A6A-E989-611E-003A-DF58DF267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74E12B-5563-7C89-641F-1B11950F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00AE-0ECF-4EDB-80DC-5BA0755C3D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00828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3A56C-AFE3-71F4-C1EA-4A7487FC9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A83938-BA90-03F9-D3A1-68E852EBF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1BBB05-FB24-E88B-882E-A5A5D1218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D04124-946B-224B-AAFE-9FEBE5C42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48F1-FCDC-43B2-A0A1-C764EA8056FE}" type="datetimeFigureOut">
              <a:rPr lang="es-PE" smtClean="0"/>
              <a:t>1/05/2026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784C89-B3B7-D829-0062-DFF35FEC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D3640A-6F87-184C-ABCD-FA7B45FE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00AE-0ECF-4EDB-80DC-5BA0755C3D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1672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405E2-0F7B-1049-4CC8-E35D8A009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542361-4BC3-E5DA-9CCC-0240657E9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F82EB0-694D-616E-53A0-4974CC773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C78AEA3-3A23-91C9-0DB3-A74AF81C2C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5E9E022-F03C-756E-7A3F-2B9973C4C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4646423-7EF8-3081-77E8-9A2B53DFD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48F1-FCDC-43B2-A0A1-C764EA8056FE}" type="datetimeFigureOut">
              <a:rPr lang="es-PE" smtClean="0"/>
              <a:t>1/05/2026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B98852A-5C45-2FEC-954D-6ABBD6963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EB03C39-1BEB-33DE-1746-69928F4D1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00AE-0ECF-4EDB-80DC-5BA0755C3D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54336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84D70E-1051-A519-FA40-54F537AE9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23F301-DBB9-A637-0771-237101E9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48F1-FCDC-43B2-A0A1-C764EA8056FE}" type="datetimeFigureOut">
              <a:rPr lang="es-PE" smtClean="0"/>
              <a:t>1/05/2026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CBE0E1-5951-082F-D140-18FE0B70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9D6B64-9461-3696-3BCD-0FA873B0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00AE-0ECF-4EDB-80DC-5BA0755C3D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86541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68D53B5-E762-FDD3-07CE-559344E0A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48F1-FCDC-43B2-A0A1-C764EA8056FE}" type="datetimeFigureOut">
              <a:rPr lang="es-PE" smtClean="0"/>
              <a:t>1/05/2026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4D19EBF-A127-2CB1-F327-6C0AF5634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62AFB0-EBF4-B4EC-C84E-E2E5712C0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00AE-0ECF-4EDB-80DC-5BA0755C3D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320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D4CA2B-E336-D125-59AC-730D484EA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605958-89BC-28EA-E7B8-D8922A014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F62774D-3507-9913-D550-AECE3DC4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8B4F10-09FC-D1F2-0F04-0E06AF07D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48F1-FCDC-43B2-A0A1-C764EA8056FE}" type="datetimeFigureOut">
              <a:rPr lang="es-PE" smtClean="0"/>
              <a:t>1/05/2026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8985A1-6B22-C3C8-26B6-8E1180329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E34881-A51E-A031-641D-9779D877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00AE-0ECF-4EDB-80DC-5BA0755C3D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4337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2C927-60B9-0D77-A636-FBB14351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77B3D3-9537-D16B-FEA8-E31832D6FE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19D2C7-1E50-4ED1-3DCE-956818738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E71018-BC96-2301-48FD-005E2F60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48F1-FCDC-43B2-A0A1-C764EA8056FE}" type="datetimeFigureOut">
              <a:rPr lang="es-PE" smtClean="0"/>
              <a:t>1/05/2026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CE4CA5-EDC4-1DAB-2085-979D02BCD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D6DA9A-BEC1-2EFD-F103-DB4CD113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00AE-0ECF-4EDB-80DC-5BA0755C3D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850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60ED7-376F-453B-67CB-808ACF62F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90DF43-3752-3933-EAA7-F1E27475D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129D5F-406F-1540-06E9-931D3AE08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48F1-FCDC-43B2-A0A1-C764EA8056FE}" type="datetimeFigureOut">
              <a:rPr lang="es-PE" smtClean="0"/>
              <a:t>1/05/2026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A5F4C1-340E-3745-1030-33BC4A2AA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E7E762-1266-95D3-F747-33746274D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00AE-0ECF-4EDB-80DC-5BA0755C3D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61740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74BF61-20B5-D699-AC1D-3830BA6BB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FF6AAB-223F-B72A-DE77-FFFDFE4B7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0673C7-B312-18BB-9C45-1EF1219E2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48F1-FCDC-43B2-A0A1-C764EA8056FE}" type="datetimeFigureOut">
              <a:rPr lang="es-PE" smtClean="0"/>
              <a:t>1/05/2026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A67BC7-1D15-8429-0A3F-F009C6309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51C568-1058-15FF-B8FA-D4751346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00AE-0ECF-4EDB-80DC-5BA0755C3D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18839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D3C24B5-1733-F42D-F3C2-913C1841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FA5E65-93E3-157C-85EA-D39571605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E03029-73A6-D1C6-5FC3-D2B0D460B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248F1-FCDC-43B2-A0A1-C764EA8056FE}" type="datetimeFigureOut">
              <a:rPr lang="es-PE" smtClean="0"/>
              <a:t>1/05/2026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A7141B-D9BD-14FD-7003-68E708FFC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FC73A1-3D97-94F8-1051-CBFD8FE41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3400AE-0ECF-4EDB-80DC-5BA0755C3D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90753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EF0FF-9397-5339-0070-74AE88CA2A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/>
              <a:t>sdsdsdsd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C440F0-FD7D-DF35-EE6C-7EA8E668B6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66614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sdsdsdsd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0yb72</dc:creator>
  <cp:lastModifiedBy>0yb72</cp:lastModifiedBy>
  <cp:revision>1</cp:revision>
  <dcterms:created xsi:type="dcterms:W3CDTF">2026-05-02T02:47:07Z</dcterms:created>
  <dcterms:modified xsi:type="dcterms:W3CDTF">2026-05-02T02:47:11Z</dcterms:modified>
</cp:coreProperties>
</file>